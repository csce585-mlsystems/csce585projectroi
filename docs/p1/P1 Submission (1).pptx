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UrbanistMedium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cfefcdc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cfefcdc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c859097d2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c859097d2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 installation, dataset selection, and justification of environment and platform choices.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c859097d2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c859097d2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c859097d2_3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c859097d2_3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d49c050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ad49c050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c859097d2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c859097d2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experiment showing initial results or trends motivating the full study.	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c859097d2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ac859097d2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837725"/>
            <a:ext cx="5622600" cy="3307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Guided Investment Platform for First-Time Investors: </a:t>
            </a:r>
            <a:r>
              <a:rPr lang="en" sz="2300"/>
              <a:t>Initial Experiment &amp; Evaluation Setup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579" name="Google Shape;579;p5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SemiBold"/>
                <a:ea typeface="Poppins SemiBold"/>
                <a:cs typeface="Poppins SemiBold"/>
                <a:sym typeface="Poppins SemiBold"/>
              </a:rPr>
              <a:t>insert system design diagram</a:t>
            </a:r>
            <a:endParaRPr/>
          </a:p>
        </p:txBody>
      </p:sp>
      <p:pic>
        <p:nvPicPr>
          <p:cNvPr id="581" name="Google Shape;58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75" y="1017725"/>
            <a:ext cx="8649525" cy="38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Pull stock data from yfinance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Combine data into a dataset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Clean, sort, &amp; label</a:t>
            </a:r>
            <a:endParaRPr/>
          </a:p>
        </p:txBody>
      </p:sp>
      <p:sp>
        <p:nvSpPr>
          <p:cNvPr id="587" name="Google Shape;587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 default settings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Set unit count, dropout, &amp; batch size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Format &amp; generate model summary</a:t>
            </a:r>
            <a:endParaRPr/>
          </a:p>
        </p:txBody>
      </p:sp>
      <p:sp>
        <p:nvSpPr>
          <p:cNvPr id="588" name="Google Shape;588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Setup: </a:t>
            </a:r>
            <a:endParaRPr/>
          </a:p>
        </p:txBody>
      </p:sp>
      <p:sp>
        <p:nvSpPr>
          <p:cNvPr id="589" name="Google Shape;589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Process: </a:t>
            </a:r>
            <a:endParaRPr/>
          </a:p>
        </p:txBody>
      </p:sp>
      <p:sp>
        <p:nvSpPr>
          <p:cNvPr id="590" name="Google Shape;590;p56"/>
          <p:cNvSpPr txBox="1"/>
          <p:nvPr>
            <p:ph idx="3" type="body"/>
          </p:nvPr>
        </p:nvSpPr>
        <p:spPr>
          <a:xfrm>
            <a:off x="366750" y="3648575"/>
            <a:ext cx="40311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Trained the model for 20 epochs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Watched the accuracy and loss </a:t>
            </a:r>
            <a:r>
              <a:rPr lang="en"/>
              <a:t>relationship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Verify that the model trains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Save the training history</a:t>
            </a:r>
            <a:endParaRPr/>
          </a:p>
        </p:txBody>
      </p:sp>
      <p:sp>
        <p:nvSpPr>
          <p:cNvPr id="591" name="Google Shape;591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Plot accuracy across epochs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Plot loss across epochs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Used as baseline reference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 Pipeline Components</a:t>
            </a:r>
            <a:endParaRPr/>
          </a:p>
        </p:txBody>
      </p:sp>
      <p:sp>
        <p:nvSpPr>
          <p:cNvPr id="593" name="Google Shape;593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Preparation: </a:t>
            </a:r>
            <a:endParaRPr/>
          </a:p>
        </p:txBody>
      </p:sp>
      <p:sp>
        <p:nvSpPr>
          <p:cNvPr id="594" name="Google Shape;594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Visualization: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/>
          <p:nvPr>
            <p:ph idx="1" type="body"/>
          </p:nvPr>
        </p:nvSpPr>
        <p:spPr>
          <a:xfrm>
            <a:off x="362913" y="1361650"/>
            <a:ext cx="3838500" cy="328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Set up the first working version of the model pipeline</a:t>
            </a:r>
            <a:endParaRPr/>
          </a:p>
        </p:txBody>
      </p:sp>
      <p:sp>
        <p:nvSpPr>
          <p:cNvPr id="600" name="Google Shape;600;p57"/>
          <p:cNvSpPr txBox="1"/>
          <p:nvPr>
            <p:ph idx="8" type="subTitle"/>
          </p:nvPr>
        </p:nvSpPr>
        <p:spPr>
          <a:xfrm>
            <a:off x="362925" y="4376100"/>
            <a:ext cx="3766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Training Accuracy Across Epochs</a:t>
            </a:r>
            <a:endParaRPr/>
          </a:p>
        </p:txBody>
      </p:sp>
      <p:sp>
        <p:nvSpPr>
          <p:cNvPr id="601" name="Google Shape;601;p57"/>
          <p:cNvSpPr txBox="1"/>
          <p:nvPr>
            <p:ph type="title"/>
          </p:nvPr>
        </p:nvSpPr>
        <p:spPr>
          <a:xfrm>
            <a:off x="364200" y="286200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implementation</a:t>
            </a:r>
            <a:endParaRPr/>
          </a:p>
        </p:txBody>
      </p:sp>
      <p:sp>
        <p:nvSpPr>
          <p:cNvPr id="602" name="Google Shape;602;p57"/>
          <p:cNvSpPr txBox="1"/>
          <p:nvPr>
            <p:ph idx="5" type="subTitle"/>
          </p:nvPr>
        </p:nvSpPr>
        <p:spPr>
          <a:xfrm>
            <a:off x="362950" y="88045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did: </a:t>
            </a:r>
            <a:endParaRPr/>
          </a:p>
        </p:txBody>
      </p:sp>
      <p:sp>
        <p:nvSpPr>
          <p:cNvPr id="603" name="Google Shape;603;p57"/>
          <p:cNvSpPr txBox="1"/>
          <p:nvPr>
            <p:ph idx="7" type="subTitle"/>
          </p:nvPr>
        </p:nvSpPr>
        <p:spPr>
          <a:xfrm>
            <a:off x="5020800" y="4428150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Training Loss Across Epochs</a:t>
            </a:r>
            <a:endParaRPr/>
          </a:p>
        </p:txBody>
      </p:sp>
      <p:pic>
        <p:nvPicPr>
          <p:cNvPr id="604" name="Google Shape;6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50" y="1784843"/>
            <a:ext cx="3127699" cy="249684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7"/>
          <p:cNvSpPr txBox="1"/>
          <p:nvPr/>
        </p:nvSpPr>
        <p:spPr>
          <a:xfrm>
            <a:off x="4570713" y="1285450"/>
            <a:ext cx="439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-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Used default values for unit count, dropout, and batch size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06" name="Google Shape;60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0700" y="1775850"/>
            <a:ext cx="3178699" cy="251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8"/>
          <p:cNvSpPr txBox="1"/>
          <p:nvPr>
            <p:ph idx="1" type="body"/>
          </p:nvPr>
        </p:nvSpPr>
        <p:spPr>
          <a:xfrm>
            <a:off x="362913" y="1361650"/>
            <a:ext cx="3838500" cy="328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Set up variant version of original model pipeline</a:t>
            </a:r>
            <a:endParaRPr/>
          </a:p>
        </p:txBody>
      </p:sp>
      <p:sp>
        <p:nvSpPr>
          <p:cNvPr id="612" name="Google Shape;612;p58"/>
          <p:cNvSpPr txBox="1"/>
          <p:nvPr>
            <p:ph idx="8" type="subTitle"/>
          </p:nvPr>
        </p:nvSpPr>
        <p:spPr>
          <a:xfrm>
            <a:off x="362925" y="4376100"/>
            <a:ext cx="3766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Training Accuracy Across Epochs</a:t>
            </a:r>
            <a:endParaRPr/>
          </a:p>
        </p:txBody>
      </p:sp>
      <p:sp>
        <p:nvSpPr>
          <p:cNvPr id="613" name="Google Shape;613;p58"/>
          <p:cNvSpPr txBox="1"/>
          <p:nvPr>
            <p:ph type="title"/>
          </p:nvPr>
        </p:nvSpPr>
        <p:spPr>
          <a:xfrm>
            <a:off x="364200" y="286200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implementation</a:t>
            </a:r>
            <a:endParaRPr/>
          </a:p>
        </p:txBody>
      </p:sp>
      <p:sp>
        <p:nvSpPr>
          <p:cNvPr id="614" name="Google Shape;614;p58"/>
          <p:cNvSpPr txBox="1"/>
          <p:nvPr>
            <p:ph idx="5" type="subTitle"/>
          </p:nvPr>
        </p:nvSpPr>
        <p:spPr>
          <a:xfrm>
            <a:off x="362950" y="88045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did: </a:t>
            </a:r>
            <a:endParaRPr/>
          </a:p>
        </p:txBody>
      </p:sp>
      <p:sp>
        <p:nvSpPr>
          <p:cNvPr id="615" name="Google Shape;615;p58"/>
          <p:cNvSpPr txBox="1"/>
          <p:nvPr>
            <p:ph idx="7" type="subTitle"/>
          </p:nvPr>
        </p:nvSpPr>
        <p:spPr>
          <a:xfrm>
            <a:off x="5020800" y="4428150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Training Loss Across Epochs</a:t>
            </a:r>
            <a:endParaRPr/>
          </a:p>
        </p:txBody>
      </p:sp>
      <p:sp>
        <p:nvSpPr>
          <p:cNvPr id="616" name="Google Shape;616;p58"/>
          <p:cNvSpPr txBox="1"/>
          <p:nvPr/>
        </p:nvSpPr>
        <p:spPr>
          <a:xfrm>
            <a:off x="4570713" y="1285450"/>
            <a:ext cx="439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-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Used (64,128,0.45) for unit count, dropout, and batch size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17" name="Google Shape;617;p58" title="Screenshot 2025-12-03 2328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75" y="1842850"/>
            <a:ext cx="3074641" cy="23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8" title="Screenshot 2025-12-03 2329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6288" y="1791850"/>
            <a:ext cx="3117652" cy="2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 Summary:  </a:t>
            </a:r>
            <a:endParaRPr/>
          </a:p>
        </p:txBody>
      </p:sp>
      <p:sp>
        <p:nvSpPr>
          <p:cNvPr id="624" name="Google Shape;624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Discovered that both models used the same amount of memory resources when regardless of the network parameters provided</a:t>
            </a:r>
            <a:endParaRPr/>
          </a:p>
        </p:txBody>
      </p:sp>
      <p:sp>
        <p:nvSpPr>
          <p:cNvPr id="625" name="Google Shape;625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data used/findings</a:t>
            </a:r>
            <a:endParaRPr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Baseline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Test Accuracy: 50%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Model’s loss peaks at an accuracy of 70% at epoch 2.4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Experimental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Test Accuracy: 50%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Model’s loss peaks at an accuracy of 80% at epoch </a:t>
            </a:r>
            <a:r>
              <a:rPr lang="en"/>
              <a:t>9.8</a:t>
            </a:r>
            <a:endParaRPr/>
          </a:p>
        </p:txBody>
      </p:sp>
      <p:sp>
        <p:nvSpPr>
          <p:cNvPr id="626" name="Google Shape;626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0"/>
          <p:cNvSpPr txBox="1"/>
          <p:nvPr>
            <p:ph idx="2" type="body"/>
          </p:nvPr>
        </p:nvSpPr>
        <p:spPr>
          <a:xfrm>
            <a:off x="5048000" y="1427825"/>
            <a:ext cx="3619800" cy="318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Experiments: 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Nonlinearity of results causes difficulty in  interpreting model’s reactions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Reproducibility was deemed difficult due to semantics involving virtual environment setup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Engineered dataset was minimized due to extensive effort when creating pipeline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60"/>
          <p:cNvSpPr txBox="1"/>
          <p:nvPr>
            <p:ph idx="1" type="body"/>
          </p:nvPr>
        </p:nvSpPr>
        <p:spPr>
          <a:xfrm>
            <a:off x="483150" y="1427825"/>
            <a:ext cx="3619800" cy="318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Pipeline: 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</a:t>
            </a:r>
            <a:r>
              <a:rPr lang="en"/>
              <a:t>ipeline successfully runs with no errors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Model produces a full summary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Trains for all 20 epochs without interruption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Experiments: 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 </a:t>
            </a:r>
            <a:r>
              <a:rPr lang="en"/>
              <a:t>crashes, shape mismatches, or preprocessing failures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Graph outputs generated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Baseline: 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Accuracy/loss graphs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Framework: </a:t>
            </a:r>
            <a:endParaRPr/>
          </a:p>
          <a:p>
            <a:pPr indent="-298450" lvl="0" marL="685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Model parameters are easily adjustable</a:t>
            </a:r>
            <a:endParaRPr/>
          </a:p>
        </p:txBody>
      </p:sp>
      <p:sp>
        <p:nvSpPr>
          <p:cNvPr id="634" name="Google Shape;634;p60"/>
          <p:cNvSpPr txBox="1"/>
          <p:nvPr>
            <p:ph idx="3" type="subTitle"/>
          </p:nvPr>
        </p:nvSpPr>
        <p:spPr>
          <a:xfrm>
            <a:off x="479675" y="4747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Positives</a:t>
            </a:r>
            <a:endParaRPr b="1" sz="3000"/>
          </a:p>
        </p:txBody>
      </p:sp>
      <p:sp>
        <p:nvSpPr>
          <p:cNvPr id="635" name="Google Shape;635;p60"/>
          <p:cNvSpPr txBox="1"/>
          <p:nvPr>
            <p:ph idx="4" type="subTitle"/>
          </p:nvPr>
        </p:nvSpPr>
        <p:spPr>
          <a:xfrm>
            <a:off x="5044525" y="4747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Negatives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